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ملاحظات المتحدث هنا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 rtl="1">
              <a:defRPr sz="1000" b="1">
                <a:solidFill>
                  <a:srgbClr val="F59E0B"/>
                </a:solidFill>
                <a:latin typeface="Cairo"/>
              </a:defRPr>
            </a:pPr>
            <a:r>
              <a:t>مقدمة</a:t>
            </a:r>
          </a:p>
          <a:p>
            <a:pPr algn="ctr" rtl="1">
              <a:defRPr sz="3600" b="1">
                <a:solidFill>
                  <a:srgbClr val="FEF3C7"/>
                </a:solidFill>
                <a:latin typeface="Cairo"/>
              </a:defRPr>
            </a:pPr>
            <a:r>
              <a:t>مرحبا بك في نشمي</a:t>
            </a:r>
          </a:p>
          <a:p>
            <a:pPr algn="ctr" rtl="1">
              <a:spcBef>
                <a:spcPts val="2400"/>
              </a:spcBef>
              <a:defRPr sz="1600">
                <a:solidFill>
                  <a:srgbClr val="FEF3C7"/>
                </a:solidFill>
                <a:latin typeface="Cairo"/>
              </a:defRPr>
            </a:pPr>
            <a:r>
              <a:t>هذا هو النظام الأول لتوليد مستندات الأوفيس باللغة العربية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 rtl="1">
              <a:defRPr sz="3600" b="1">
                <a:solidFill>
                  <a:srgbClr val="FEF3C7"/>
                </a:solidFill>
                <a:latin typeface="Cairo"/>
              </a:defRPr>
            </a:pPr>
            <a:r>
              <a:t>الخصائص الرئيسية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  <a:defRPr sz="1400">
                <a:solidFill>
                  <a:srgbClr val="FEF3C7"/>
                </a:solidFill>
                <a:latin typeface="Cairo"/>
              </a:defRPr>
            </a:pPr>
            <a:r>
              <a:t>• توليد مستندات متكاملة</a:t>
            </a:r>
          </a:p>
          <a:p>
            <a:pPr algn="r" rtl="1">
              <a:spcAft>
                <a:spcPts val="1200"/>
              </a:spcAft>
              <a:defRPr sz="1400">
                <a:solidFill>
                  <a:srgbClr val="FEF3C7"/>
                </a:solidFill>
                <a:latin typeface="Cairo"/>
              </a:defRPr>
            </a:pPr>
            <a:r>
              <a:t>• دعم كامل للكتابة من اليمين إلى اليسار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  <a:defRPr sz="1400">
                <a:solidFill>
                  <a:srgbClr val="FEF3C7"/>
                </a:solidFill>
                <a:latin typeface="Cairo"/>
              </a:defRPr>
            </a:pPr>
            <a:r>
              <a:t>• تنسيق احترافي للألوان والخطوط</a:t>
            </a:r>
          </a:p>
          <a:p>
            <a:pPr algn="r" rtl="1">
              <a:spcAft>
                <a:spcPts val="1200"/>
              </a:spcAft>
              <a:defRPr sz="1400">
                <a:solidFill>
                  <a:srgbClr val="FEF3C7"/>
                </a:solidFill>
                <a:latin typeface="Cairo"/>
              </a:defRPr>
            </a:pPr>
            <a:r>
              <a:t>• تصدير سهل وسريع بصيغ متعددة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